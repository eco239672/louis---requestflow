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AF5148-05B8-FA0E-D14D-3B92694EC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37831D-1BCC-3AB6-A19E-A3B86658D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01F514B-7BFE-464A-51D9-91C639CC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CD4E-6883-483F-BF57-B3873CC0FE5A}" type="datetimeFigureOut">
              <a:rPr lang="sk-SK" smtClean="0"/>
              <a:t>18. 10. 2026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F709892-ED9D-D04C-1E5B-9F73FA64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2283B25-AAA3-1912-F730-D1AE0055E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3B0D-9743-4D12-A85B-461F1F36BD3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1537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D76C60-CA05-0F9D-FB01-12BDBB37A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D6EED98-2D46-2A19-F984-064E484FF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5663714A-93D5-5205-45E8-FEE6FC98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CD4E-6883-483F-BF57-B3873CC0FE5A}" type="datetimeFigureOut">
              <a:rPr lang="sk-SK" smtClean="0"/>
              <a:t>18. 10. 2026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838CB9B-7B53-0381-704B-01B91B5D4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345037C2-D6B9-4991-FD87-F4B1ABC44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3B0D-9743-4D12-A85B-461F1F36BD3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57838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FE7B54-FEEB-D74F-D80E-00662A94E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7426400-911A-2208-8EF7-86C80B17B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F91D233-914A-F04A-40EA-72807C255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CD4E-6883-483F-BF57-B3873CC0FE5A}" type="datetimeFigureOut">
              <a:rPr lang="sk-SK" smtClean="0"/>
              <a:t>18. 10. 2026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7E5F7942-CDDE-FEAC-3CDE-CE2E3AC4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9CAF7B1-5D81-02B7-229F-9CC08E53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3B0D-9743-4D12-A85B-461F1F36BD3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0218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53DDCE-4535-8780-C039-EA39BC33E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104B44-9F13-E251-D0C2-C92ED8AAC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38DB3975-AFCB-9283-32CC-5EB785A29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C6881706-274B-277F-B595-D75A3BFE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CD4E-6883-483F-BF57-B3873CC0FE5A}" type="datetimeFigureOut">
              <a:rPr lang="sk-SK" smtClean="0"/>
              <a:t>18. 10. 2026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5E88BFB5-3758-948F-59B9-0FCBEDD43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18E3BCEA-CC4A-0E8F-FFD7-5F505663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3B0D-9743-4D12-A85B-461F1F36BD3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34753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97F53A-FE2C-683F-0C17-1D252C051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72E8A2F-4508-8CD2-EFDE-B30209A9C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27C0854-3488-8BBB-476A-3B526162E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04232B1-6DD8-0E32-9536-FD554A01C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1F1A3BE8-403B-DD2E-165D-C695BBB70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8C8C3CFC-D861-15B6-5C33-3932485A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CD4E-6883-483F-BF57-B3873CC0FE5A}" type="datetimeFigureOut">
              <a:rPr lang="sk-SK" smtClean="0"/>
              <a:t>18. 10. 2026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3FD8C431-07CE-9E9C-8EA1-8E49CC11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EB98915E-ADC9-4978-BC73-27EBA598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3B0D-9743-4D12-A85B-461F1F36BD3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73056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B121C7-52F2-65E2-A94A-B61D97F65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C5F6512C-34E5-982D-A3BF-3B175B8A8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CD4E-6883-483F-BF57-B3873CC0FE5A}" type="datetimeFigureOut">
              <a:rPr lang="sk-SK" smtClean="0"/>
              <a:t>18. 10. 2026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F02B266D-C7B4-A9D9-B19F-8AD4CF55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D92C3D1C-9406-0155-2B3F-E3D06E0B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3B0D-9743-4D12-A85B-461F1F36BD3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15898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AEA8491B-53F4-E674-3956-5E03F6B51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CD4E-6883-483F-BF57-B3873CC0FE5A}" type="datetimeFigureOut">
              <a:rPr lang="sk-SK" smtClean="0"/>
              <a:t>18. 10. 2026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8BEC896E-DAE3-B27B-968B-244D4DA9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D346A5D-902A-F2A6-EC52-C532D113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3B0D-9743-4D12-A85B-461F1F36BD3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1802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B8E63E-FAB5-D842-59E4-32CDCF84C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71403C3-4B21-FEB2-E949-3251B0698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26A9ACE-6327-9D88-F376-09562ACE4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2365355-0F21-32C9-E398-84773444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CD4E-6883-483F-BF57-B3873CC0FE5A}" type="datetimeFigureOut">
              <a:rPr lang="sk-SK" smtClean="0"/>
              <a:t>18. 10. 2026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16FCB101-2B72-6649-EDE5-EF6808B30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82BB5590-BE0F-A338-9087-BB707A0F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3B0D-9743-4D12-A85B-461F1F36BD3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93516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1BEF86-E8B0-AFF5-0D78-5E7DCC73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07139897-6C55-9F4B-7750-184D611AC08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E28998B-7666-B1F9-EE96-692C55DDB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E65ADC21-8317-9B2A-1570-E7A62B5AA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CD4E-6883-483F-BF57-B3873CC0FE5A}" type="datetimeFigureOut">
              <a:rPr lang="sk-SK" smtClean="0"/>
              <a:t>18. 10. 2026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7A77D6CA-3D0A-7066-D965-A045CEA3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19F92F85-4C55-2B7C-8BA9-EF8BA075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3B0D-9743-4D12-A85B-461F1F36BD3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18040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4ECDA8-AC5F-FFFC-2A59-083DCEEB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0ADBB5E5-1500-BD28-ED6B-B8E40706C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AAF1265-F4E6-A60A-235A-68AAFF79C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CD4E-6883-483F-BF57-B3873CC0FE5A}" type="datetimeFigureOut">
              <a:rPr lang="sk-SK" smtClean="0"/>
              <a:t>18. 10. 2026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1EFEDE4-129B-B810-65F6-0369F52B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8A23E93B-466B-18F8-E703-795D5D422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3B0D-9743-4D12-A85B-461F1F36BD3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60667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3EFE4F43-696C-CC72-F846-189489511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E911DA30-717A-9F52-5717-52904D5EE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29374D7-1E66-1621-9DAB-C58679E0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CD4E-6883-483F-BF57-B3873CC0FE5A}" type="datetimeFigureOut">
              <a:rPr lang="sk-SK" smtClean="0"/>
              <a:t>18. 10. 2026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8435CA42-5154-19F4-49FB-CCBB209AC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0366456-7CDE-A96C-E2CB-B3B7913D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3B0D-9743-4D12-A85B-461F1F36BD3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24997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740847C9-E6F6-9F44-7A72-4E7304F32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F9CFEF3-502D-6D72-5E13-ED9387224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E8930C10-2A5C-BC0D-7452-324167AD4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4BCD4E-6883-483F-BF57-B3873CC0FE5A}" type="datetimeFigureOut">
              <a:rPr lang="sk-SK" smtClean="0"/>
              <a:t>18. 10. 2026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1A1FE20-9D52-A8C5-786D-4E105F92E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E5BCCEF-6D1A-3962-729D-35DEA7883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33B0D-9743-4D12-A85B-461F1F36BD3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51848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ĺžnik 3">
            <a:extLst>
              <a:ext uri="{FF2B5EF4-FFF2-40B4-BE49-F238E27FC236}">
                <a16:creationId xmlns:a16="http://schemas.microsoft.com/office/drawing/2014/main" id="{7470B53B-1F49-7B81-EBAC-DE54CF374787}"/>
              </a:ext>
            </a:extLst>
          </p:cNvPr>
          <p:cNvSpPr/>
          <p:nvPr/>
        </p:nvSpPr>
        <p:spPr>
          <a:xfrm>
            <a:off x="4528983" y="363793"/>
            <a:ext cx="288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98D38CB5-A9DE-1D81-B54D-45C871D48161}"/>
              </a:ext>
            </a:extLst>
          </p:cNvPr>
          <p:cNvSpPr txBox="1"/>
          <p:nvPr/>
        </p:nvSpPr>
        <p:spPr>
          <a:xfrm>
            <a:off x="5234581" y="363793"/>
            <a:ext cx="1526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 err="1"/>
              <a:t>administrator</a:t>
            </a:r>
            <a:endParaRPr lang="sk-SK" dirty="0"/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C23D71B8-3207-A034-A25B-686C0CA0E688}"/>
              </a:ext>
            </a:extLst>
          </p:cNvPr>
          <p:cNvSpPr/>
          <p:nvPr/>
        </p:nvSpPr>
        <p:spPr>
          <a:xfrm>
            <a:off x="491610" y="1203889"/>
            <a:ext cx="288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684582A0-A00D-9E65-83A8-3132D0ABB8C8}"/>
              </a:ext>
            </a:extLst>
          </p:cNvPr>
          <p:cNvSpPr txBox="1"/>
          <p:nvPr/>
        </p:nvSpPr>
        <p:spPr>
          <a:xfrm>
            <a:off x="1150539" y="1206257"/>
            <a:ext cx="1533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zamestnanec</a:t>
            </a:r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7174B209-B345-4548-8733-0A19D85B7C7E}"/>
              </a:ext>
            </a:extLst>
          </p:cNvPr>
          <p:cNvSpPr/>
          <p:nvPr/>
        </p:nvSpPr>
        <p:spPr>
          <a:xfrm>
            <a:off x="8735973" y="1198977"/>
            <a:ext cx="288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CAAE8DF2-68C3-4248-E1F4-9F3BD32C1A30}"/>
              </a:ext>
            </a:extLst>
          </p:cNvPr>
          <p:cNvSpPr txBox="1"/>
          <p:nvPr/>
        </p:nvSpPr>
        <p:spPr>
          <a:xfrm>
            <a:off x="9758587" y="1190954"/>
            <a:ext cx="842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vedúci</a:t>
            </a:r>
          </a:p>
        </p:txBody>
      </p:sp>
      <p:cxnSp>
        <p:nvCxnSpPr>
          <p:cNvPr id="13" name="Spojnica: zalomená 12">
            <a:extLst>
              <a:ext uri="{FF2B5EF4-FFF2-40B4-BE49-F238E27FC236}">
                <a16:creationId xmlns:a16="http://schemas.microsoft.com/office/drawing/2014/main" id="{42B9328C-2F33-3D7F-0B87-EF8AA926E66E}"/>
              </a:ext>
            </a:extLst>
          </p:cNvPr>
          <p:cNvCxnSpPr>
            <a:cxnSpLocks/>
            <a:stCxn id="4" idx="1"/>
            <a:endCxn id="6" idx="0"/>
          </p:cNvCxnSpPr>
          <p:nvPr/>
        </p:nvCxnSpPr>
        <p:spPr>
          <a:xfrm rot="10800000" flipV="1">
            <a:off x="1931611" y="543793"/>
            <a:ext cx="2597373" cy="66009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pojnica: zalomená 15">
            <a:extLst>
              <a:ext uri="{FF2B5EF4-FFF2-40B4-BE49-F238E27FC236}">
                <a16:creationId xmlns:a16="http://schemas.microsoft.com/office/drawing/2014/main" id="{8FFB3BEC-5ACF-A7B5-C54D-432334CBC6A5}"/>
              </a:ext>
            </a:extLst>
          </p:cNvPr>
          <p:cNvCxnSpPr>
            <a:cxnSpLocks/>
            <a:stCxn id="4" idx="3"/>
            <a:endCxn id="9" idx="0"/>
          </p:cNvCxnSpPr>
          <p:nvPr/>
        </p:nvCxnSpPr>
        <p:spPr>
          <a:xfrm>
            <a:off x="7408983" y="543793"/>
            <a:ext cx="2766990" cy="6551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745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FA81-A335-A3F5-7810-031B817FC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606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6AFED-4EA2-5E01-4BB3-7D5F9EE93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2514670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3</Words>
  <Application>Microsoft Office PowerPoint</Application>
  <PresentationFormat>Širokouhlá</PresentationFormat>
  <Paragraphs>3</Paragraphs>
  <Slides>3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Motív Office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Andrej Sedlar</dc:creator>
  <cp:lastModifiedBy>Andrej Sedlar</cp:lastModifiedBy>
  <cp:revision>6</cp:revision>
  <dcterms:created xsi:type="dcterms:W3CDTF">2026-10-18T16:37:37Z</dcterms:created>
  <dcterms:modified xsi:type="dcterms:W3CDTF">2026-10-18T19:59:33Z</dcterms:modified>
</cp:coreProperties>
</file>